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Project Presentation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LLM-Assisted Robot Shape Drawing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60120" y="3703320"/>
            <a:ext cx="2926080" cy="0"/>
          </a:xfrm>
          <a:prstGeom prst="line">
            <a:avLst/>
          </a:prstGeom>
          <a:noFill/>
          <a:ln w="25400">
            <a:solidFill>
              <a:srgbClr val="0A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최준열   ·   김찬결   ·   Angel Chavez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Sungkyunkwan University  —  Intelligent Robotics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11887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problem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 robot requires technical expertise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120640" cy="11887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goal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"Draw a circle" → robot draws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120640" cy="29718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583680" y="1691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challenge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 Natural Language  →  Robot Motion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— explain that the LLM plans while robotics executes.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00" cy="42976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Pipeline diagram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 → LLM → Primitive Actions → Trajectory Generator → Controller → Isaac Sim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783080"/>
            <a:ext cx="4206240" cy="42976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498080" y="1783080"/>
            <a:ext cx="38404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Notes per block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LLM vs. role of robotics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Planner &amp; Unit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100584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 command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"Draw a circle"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Plan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120640" cy="173736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Action sequence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move_to_start → align_pen → pen_down → draw_arc → pen_up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5120640" cy="37033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0" y="1325880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Primitive action framework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primitive action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Structure &amp; Software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Components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333756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Components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Unit_Action_Langchain · LLM Planner · Prompt Templates · Action Parser · LLM–Isaac Bridge · Test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120640" cy="37033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583680" y="1325880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GitHub repository screenshot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repo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 Modeling &amp; Simulation Environment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/ Robot / Environment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333756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Setup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NVIDIA Isaac Sim · Robot: Franka Emika Panda · Drawing board · Pen end-effector · Workspace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120640" cy="37033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583680" y="1325880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Isaac Sim screenshot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simulation environment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Primitive Actions to Robot Motion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action sequence to executable trajectories.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2461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754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Primitive actions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draw_line · draw_arc · pen_down · pen_up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Implemented Components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324612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1783080"/>
            <a:ext cx="4754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Implemented components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Generation · Motion Planning · Workspace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Kinematics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15544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FK equation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f(q)   →   end-effector 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 Kinematics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120640" cy="15544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3840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IK equation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f⁻¹(x)   →   joint angles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5120640" cy="40690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0" y="132588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Purpose / diagram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Cartesian drawing points into joint configurations (main contribution)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Jacobian-Based Motion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1206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Jacobian relationship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ẋ = J(q) q̇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the Jacobian?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120640" cy="20574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47548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Reasons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motion · Differential IK · Continuous trajectory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Analysis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5120640" cy="361188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0" y="178308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Additional analysis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Condition Number · Singularities · IK Feasibility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Position–Force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 Control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Position control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trajectory in X and 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1206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Force control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contact force in 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 &amp; Diagram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120640" cy="329184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583680" y="16916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Controller diagram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pen in contact with the board while drawing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 Tracking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Metrics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RMSE · Max XY Error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Performance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35204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Metrics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Ratio · Force RMSE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 Performance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5204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Metrics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Cond. Number · IK Failure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3611880"/>
            <a:ext cx="3520440" cy="1371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0" y="36118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Results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· Square · Arc · 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325880"/>
            <a:ext cx="3520440" cy="365760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321040" y="132588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Isaac Sim screenshots / video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drawings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005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08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54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333756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Achievements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Robot Motion · Primitive Action Framework · Trajectory Generation · Inverse Kinematics · Jacobian Control · Isaac Sim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7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120640" cy="3337560"/>
          </a:xfrm>
          <a:prstGeom prst="rect">
            <a:avLst/>
          </a:prstGeom>
          <a:solidFill>
            <a:srgbClr val="E6F1EC"/>
          </a:solidFill>
          <a:ln w="15875">
            <a:solidFill>
              <a:srgbClr val="0A7A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169164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Future work 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drawings · Real robot · Improved force control · Vision-based feedback · Adaptive LLM planning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LLM-Assisted Robot Shape Drawing</dc:title>
  <dc:subject>PptxGenJS Presentation</dc:subject>
  <dc:creator>Angel Chavez</dc:creator>
  <cp:lastModifiedBy>Angel Chavez</cp:lastModifiedBy>
  <cp:revision>1</cp:revision>
  <dcterms:created xsi:type="dcterms:W3CDTF">2026-06-06T06:02:03Z</dcterms:created>
  <dcterms:modified xsi:type="dcterms:W3CDTF">2026-06-06T06:02:03Z</dcterms:modified>
</cp:coreProperties>
</file>